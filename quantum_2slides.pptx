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 1: the pieces. A qubit is a blend of 0 and 1 until you look; gates turn it; hidden signs matter; two qubits can be linked. Act 2: putting pieces together into algorithms: Grover finds a marked box fast, noise shows why real chips struggle, QAOA teams a quantum circuit with a normal computer to pick stocks. Act 3: making it robust and useful: repairing errors by majority vote and teleporting a qubit.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Noise-cancelling headphones are the best picture: two waves with opposite signs make silence. Every algorithm in the katas arranges hidden signs so the wrong answers cancel out. The three numbers are my own results: the algorithm works, real hardware is noisy, and entanglement lets you move a qubit's state perfectly. Feynman's line is a comfort: not fully understanding it is normal. He also proposed quantum computers in 1981, because nature is quantum, so simulating it needs a quantum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ama-teyha-repos-coding-dojo-schroedingers-depot/08894b76-43ad-40b2-8d8d-4e13e55cf558/scratchpad/deck/img/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quantum journey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9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katas, from one spinning qubit to teleportation</a:t>
            </a:r>
            <a:endParaRPr lang="en-US" sz="1800" dirty="0"/>
          </a:p>
        </p:txBody>
      </p:sp>
      <p:pic>
        <p:nvPicPr>
          <p:cNvPr id="5" name="Image 1" descr="/private/tmp/claude-501/-Users-sama-teyha-repos-coding-dojo-schroedingers-depot/08894b76-43ad-40b2-8d8d-4e13e55cf558/scratchpad/deck/img/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1600200" cy="1600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2011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 · THE BUILDING BLOCKS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138928" y="2011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· ALGORITHMS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802368" y="2011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MAKING IT REAL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93776" y="3648456"/>
            <a:ext cx="658368" cy="658368"/>
          </a:xfrm>
          <a:prstGeom prst="ellipse">
            <a:avLst/>
          </a:prstGeom>
          <a:solidFill>
            <a:srgbClr val="120E2E"/>
          </a:solidFill>
          <a:ln w="38100">
            <a:solidFill>
              <a:srgbClr val="2EE6D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93776" y="36484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-91440" y="4443984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9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spinning coin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1664208" y="4242816"/>
            <a:ext cx="658368" cy="658368"/>
          </a:xfrm>
          <a:prstGeom prst="ellipse">
            <a:avLst/>
          </a:prstGeom>
          <a:solidFill>
            <a:srgbClr val="120E2E"/>
          </a:solidFill>
          <a:ln w="38100">
            <a:solidFill>
              <a:srgbClr val="2EE6D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664208" y="42428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1078992" y="3374136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&amp; blend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9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and H gates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2834640" y="4242816"/>
            <a:ext cx="658368" cy="658368"/>
          </a:xfrm>
          <a:prstGeom prst="ellipse">
            <a:avLst/>
          </a:prstGeom>
          <a:solidFill>
            <a:srgbClr val="120E2E"/>
          </a:solidFill>
          <a:ln w="38100">
            <a:solidFill>
              <a:srgbClr val="2EE6D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834640" y="42428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2249424" y="5038344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signs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9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and S gates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005072" y="3648456"/>
            <a:ext cx="658368" cy="658368"/>
          </a:xfrm>
          <a:prstGeom prst="ellipse">
            <a:avLst/>
          </a:prstGeom>
          <a:solidFill>
            <a:srgbClr val="120E2E"/>
          </a:solidFill>
          <a:ln w="38100">
            <a:solidFill>
              <a:srgbClr val="2EE6D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005072" y="36484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3419856" y="2779776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Entanglement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9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linked coins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5175504" y="3054096"/>
            <a:ext cx="658368" cy="658368"/>
          </a:xfrm>
          <a:prstGeom prst="ellipse">
            <a:avLst/>
          </a:prstGeom>
          <a:solidFill>
            <a:srgbClr val="120E2E"/>
          </a:solidFill>
          <a:ln w="38100">
            <a:solidFill>
              <a:srgbClr val="FFC24B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175504" y="30540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4590288" y="3849624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Grover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9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prize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6345936" y="3054096"/>
            <a:ext cx="658368" cy="658368"/>
          </a:xfrm>
          <a:prstGeom prst="ellipse">
            <a:avLst/>
          </a:prstGeom>
          <a:solidFill>
            <a:srgbClr val="120E2E"/>
          </a:solidFill>
          <a:ln w="38100">
            <a:solidFill>
              <a:srgbClr val="FFC24B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345936" y="30540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2"/>
          <p:cNvSpPr txBox="1"/>
          <p:nvPr/>
        </p:nvSpPr>
        <p:spPr>
          <a:xfrm>
            <a:off x="5760720" y="2185416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Grover × 8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9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qubits, 2 rounds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7516368" y="3648456"/>
            <a:ext cx="658368" cy="658368"/>
          </a:xfrm>
          <a:prstGeom prst="ellipse">
            <a:avLst/>
          </a:prstGeom>
          <a:solidFill>
            <a:srgbClr val="120E2E"/>
          </a:solidFill>
          <a:ln w="38100">
            <a:solidFill>
              <a:srgbClr val="FFC24B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516368" y="36484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29" name="Text 25"/>
          <p:cNvSpPr txBox="1"/>
          <p:nvPr/>
        </p:nvSpPr>
        <p:spPr>
          <a:xfrm>
            <a:off x="6931152" y="4443984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9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chips make errors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8686800" y="4242816"/>
            <a:ext cx="658368" cy="658368"/>
          </a:xfrm>
          <a:prstGeom prst="ellipse">
            <a:avLst/>
          </a:prstGeom>
          <a:solidFill>
            <a:srgbClr val="120E2E"/>
          </a:solidFill>
          <a:ln w="38100">
            <a:solidFill>
              <a:srgbClr val="FFC24B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686800" y="42428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32" name="Text 28"/>
          <p:cNvSpPr txBox="1"/>
          <p:nvPr/>
        </p:nvSpPr>
        <p:spPr>
          <a:xfrm>
            <a:off x="8101584" y="3374136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9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stocks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9857232" y="4242816"/>
            <a:ext cx="658368" cy="658368"/>
          </a:xfrm>
          <a:prstGeom prst="ellipse">
            <a:avLst/>
          </a:prstGeom>
          <a:solidFill>
            <a:srgbClr val="120E2E"/>
          </a:solidFill>
          <a:ln w="38100">
            <a:solidFill>
              <a:srgbClr val="FF4FA3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9857232" y="42428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35" name="Text 31"/>
          <p:cNvSpPr txBox="1"/>
          <p:nvPr/>
        </p:nvSpPr>
        <p:spPr>
          <a:xfrm>
            <a:off x="9272016" y="5038344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repair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9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vote</a:t>
            </a:r>
            <a:endParaRPr 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11027664" y="3648456"/>
            <a:ext cx="658368" cy="658368"/>
          </a:xfrm>
          <a:prstGeom prst="ellipse">
            <a:avLst/>
          </a:prstGeom>
          <a:solidFill>
            <a:srgbClr val="120E2E"/>
          </a:solidFill>
          <a:ln w="38100">
            <a:solidFill>
              <a:srgbClr val="FF4FA3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11027664" y="36484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38" name="Text 34"/>
          <p:cNvSpPr txBox="1"/>
          <p:nvPr/>
        </p:nvSpPr>
        <p:spPr>
          <a:xfrm>
            <a:off x="10442448" y="2779776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Teleportation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9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→ Bob</a:t>
            </a:r>
            <a:endParaRPr lang="en-US" sz="1400" dirty="0"/>
          </a:p>
        </p:txBody>
      </p:sp>
      <p:sp>
        <p:nvSpPr>
          <p:cNvPr id="39" name="Text 35"/>
          <p:cNvSpPr txBox="1"/>
          <p:nvPr/>
        </p:nvSpPr>
        <p:spPr>
          <a:xfrm>
            <a:off x="3291840" y="54864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4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40" name="Text 36"/>
          <p:cNvSpPr txBox="1"/>
          <p:nvPr/>
        </p:nvSpPr>
        <p:spPr>
          <a:xfrm>
            <a:off x="3840480" y="57607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F3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Spooky action at a distance.</a:t>
            </a:r>
            <a:endParaRPr lang="en-US" sz="2400" dirty="0"/>
          </a:p>
        </p:txBody>
      </p:sp>
      <p:sp>
        <p:nvSpPr>
          <p:cNvPr id="41" name="Text 37"/>
          <p:cNvSpPr txBox="1"/>
          <p:nvPr/>
        </p:nvSpPr>
        <p:spPr>
          <a:xfrm>
            <a:off x="3840480" y="62636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Albert Einstein, on entanglement (stop 4), 1947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ama-teyha-repos-coding-dojo-schroedingers-depot/08894b76-43ad-40b2-8d8d-4e13e55cf558/scratchpad/deck/img/wa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5669280" cy="2011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697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I'LL REMEMBER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06324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quantum computer doesn't try every answer at once. It makes the </a:t>
            </a:r>
            <a:pPr indent="0" marL="0">
              <a:buNone/>
            </a:pPr>
            <a:r>
              <a:rPr lang="en-US" sz="3200" b="1" dirty="0">
                <a:solidFill>
                  <a:srgbClr val="FF4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answers cancel</a:t>
            </a:r>
            <a:pPr indent="0" marL="0">
              <a:buNone/>
            </a:pPr>
            <a:r>
              <a:rPr lang="en-US" sz="3200" b="1" dirty="0">
                <a:solidFill>
                  <a:srgbClr val="F3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the </a:t>
            </a:r>
            <a:pPr indent="0" marL="0">
              <a:buNone/>
            </a:pPr>
            <a:r>
              <a:rPr lang="en-US" sz="3200" b="1" dirty="0">
                <a:solidFill>
                  <a:srgbClr val="2E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one grow.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0" y="5943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7406640" y="8686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F3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think I can safely say that nobody understands quantum mechanics.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406640" y="20574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Richard Feynman, 1965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9834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94.5%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806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Grover found the prize among 8 boxes in 2 rounds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389120" y="49834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4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66.8%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4389120" y="5806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search on a noisy copy of a real IBM chip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138160" y="49834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2E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5806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message arrived when I teleported a qubit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Schrödinger's Depot: my quantum journey</dc:title>
  <dc:subject>PptxGenJS Presentation</dc:subject>
  <dc:creator>PptxGenJS</dc:creator>
  <cp:lastModifiedBy>PptxGenJS</cp:lastModifiedBy>
  <cp:revision>1</cp:revision>
  <dcterms:created xsi:type="dcterms:W3CDTF">2026-09-26T09:13:52Z</dcterms:created>
  <dcterms:modified xsi:type="dcterms:W3CDTF">2026-09-26T09:13:52Z</dcterms:modified>
</cp:coreProperties>
</file>